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35" d="100"/>
          <a:sy n="35" d="100"/>
        </p:scale>
        <p:origin x="147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7047-CD3B-B789-192D-62BEFC234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C8F7B-178A-ADA1-3B8C-EA60C4D3E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AEEA-795C-F22E-E783-031B9609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BCE75-C008-2DB0-8355-4F4EA5A0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99E9-77A6-B787-2581-9CBE613E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394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6507-6322-87FE-9436-ED1CBF0E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A455-FDDF-2CE6-218A-9D86E2CD2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66D68-F157-D7F9-7465-25D84312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4486-2995-64BB-AECF-3E78853E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2E1B0-0B09-9228-C2FA-1C8EAAB6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947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B6E3-5649-F46C-4BCA-F460BD55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6D4B5-B56E-64CA-3CC8-16F1244D2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403A8-2017-4742-B2CE-B7AE2AA8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15F18-4D7E-FAA7-204A-FA4F2170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5A1E-30E3-9300-AC56-A2D4FE1D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05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606E-3F15-038F-A153-B72EAE4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1CE0-B881-82D0-C8CB-EDE87AA75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F1E1A-F024-80A7-83F6-E085D7577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C73C4-99F8-387D-D52B-C865F2B8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D25CB-8715-0E28-8206-1078D6D2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193C-CC60-81FA-970B-20EC7291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211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B0D6-9176-B1DE-2C3A-0D0E275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AFA77-C1C9-23C0-B73D-98F7A7854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8429D-35BB-D83D-ABD6-37EB9AAAC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603EA-EBC2-A6EF-C60C-B6078F2F3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6E82A-C496-9CFD-2284-70D2ECD1D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44DEB-92E8-6258-B37D-526EC48D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EFFCF-5FBD-8BDE-1A39-2B91DCB8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7CF06-DFB0-4237-3FAF-2728BEF7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461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D6E9-361E-C7BC-7A40-DA93DEB4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4D1F2-91AE-086F-6445-C6034967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499A9-C827-6FFB-0BDF-553CC544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84CB3-8B71-F0B7-04E3-3E93FCF3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92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19284-EF5D-2D47-922D-1FF9B751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B206F-6EDC-23AA-49ED-0A5F9DFD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CF634-31FA-E07F-494D-3E825E6B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200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1C86-824A-B19D-ED04-73049CFC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3F8B6-FE95-B1CA-2C01-012FBA007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C26CC-4C54-9375-0B36-EDB3C13BD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9ECDE-53A2-1F7D-A12B-42AAD83C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C6264-B350-2AF0-3EDC-E4E256C4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D5653-4E35-FDED-5019-74FF3F8A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774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84C1-C521-2002-A190-3874C8A7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348755-BA54-A62B-74CA-84AC53472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AEB8A-32FF-AFEF-776F-952E42767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E04E9-B2C9-4FF9-7915-319BA227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FD35C-0DA0-BD17-4AA0-B4E09943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1DFA1-7822-666C-A139-F2969693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369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40FD-632E-6A12-65F7-F9A05239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225D1-099B-52DD-DBFC-1A2209F8F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89506-0027-830E-AD3A-B7045DEB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EBC7E-9E8F-F401-0661-FEE1546D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8CEBC-F65E-455F-8427-998633D9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675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81C1E-5355-A7F2-3DBE-48A36F4D6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A297E-914C-D545-5727-695F6E5A4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0D2C3-6907-6F21-955D-FEB96656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276D-0EF9-11CA-8A03-106B8586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C8D8C-DB8A-84B0-2E18-ECB9AFCE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798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A7E03-EEDA-ECD0-8C13-BC585085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1652D-0C74-A62C-D974-7FBA2A069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8BF1-7C20-8E3F-7881-26D59BE32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041A6-CDDB-44A3-B643-A8737E581BD6}" type="datetimeFigureOut">
              <a:rPr lang="LID4096" smtClean="0"/>
              <a:t>10/06/2025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35875-CF59-5E78-0A72-11D99FEC6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E2BD-2985-7CB1-7EB5-6A241C4CF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FE457-AC91-470D-9F6C-43A51E50E1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054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5BFB-F204-C326-BA06-8E60122BA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BCAF4-BD39-0C0B-C419-21AF1F30C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801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casillo</dc:creator>
  <cp:lastModifiedBy>alec casillo</cp:lastModifiedBy>
  <cp:revision>1</cp:revision>
  <dcterms:created xsi:type="dcterms:W3CDTF">2025-10-06T11:30:08Z</dcterms:created>
  <dcterms:modified xsi:type="dcterms:W3CDTF">2025-10-06T11:32:14Z</dcterms:modified>
</cp:coreProperties>
</file>